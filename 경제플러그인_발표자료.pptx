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자바 기반 마인크래프트</a:t>
            </a:r>
          </a:p>
          <a:p>
            <a:r>
              <a:t>경제 시스템 및 GUI 구현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발표자: 허진</a:t>
            </a:r>
          </a:p>
          <a:p>
            <a:r>
              <a:t>2026. 05. 08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기획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동기: 단순한 게임을 넘어 경제 시스템을 통한 사회성 및 수리적 사고 함양</a:t>
            </a:r>
          </a:p>
          <a:p>
            <a:r>
              <a:t>- 목표 1: 텍스트 위주의 지루한 명령어를 시각적 GUI로 개선</a:t>
            </a:r>
          </a:p>
          <a:p>
            <a:r>
              <a:t>- 목표 2: 안정적인 데이터 저장 및 송금 시스템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기능 구현 4단계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1단계: 데이터 저장 기초 구축</a:t>
            </a:r>
          </a:p>
          <a:p>
            <a:r>
              <a:t>2단계: 안전 송금 시스템 구현</a:t>
            </a:r>
          </a:p>
          <a:p>
            <a:r>
              <a:t>3단계: 시각적 메뉴 UI 완성</a:t>
            </a:r>
          </a:p>
          <a:p>
            <a:r>
              <a:t>4단계: 사용자 편의 기능 강화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주요 기능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데이터 저장: YAML 기반의 영구적 데이터 관리</a:t>
            </a:r>
          </a:p>
          <a:p>
            <a:r>
              <a:t>- 편의성: 한글 명령어 지원 및 천 단위 콤마(,) 표기</a:t>
            </a:r>
          </a:p>
          <a:p>
            <a:r>
              <a:t>- 시각화: 27슬롯 체스트 GUI 정보 디스플레이</a:t>
            </a:r>
          </a:p>
          <a:p>
            <a:r>
              <a:t>- 상호작용: 플레이어 간 실시간 송금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개발 환경 및 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언어 및 플랫폼: Java 17, Paper API</a:t>
            </a:r>
          </a:p>
          <a:p>
            <a:r>
              <a:t>- 빌드 및 관리: Maven, GitHub</a:t>
            </a:r>
          </a:p>
          <a:p>
            <a:r>
              <a:t>- 라이브러리: Vault API (확장성 고려)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핵심 구현 - 데이터 및 송금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UUID 기반 관리: 닉네임 변경 시에도 잔액 보호</a:t>
            </a:r>
          </a:p>
          <a:p>
            <a:r>
              <a:t>- 안전한 트랜잭션: 잔액 부족 시 송금 차단 및 즉시 저장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핵심 구현 - GUI 및 보안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Inventory API: 시각적인 전용 경제 창 구현</a:t>
            </a:r>
          </a:p>
          <a:p>
            <a:r>
              <a:t>- 리스너 보안: GUI 내 아이템 탈취 및 복사 방지 로직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결론 및 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성과: 자바 객체 지향 프로그래밍 실무 적용</a:t>
            </a:r>
          </a:p>
          <a:p>
            <a:r>
              <a:t>- 계획: 상점 시스템 추가 및 MySQL DB 최적화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경청해 주셔서 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질의응답 (Q &amp; 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